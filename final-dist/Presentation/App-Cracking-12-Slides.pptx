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e89cfc891a473b" /><Relationship Type="http://schemas.openxmlformats.org/officeDocument/2006/relationships/extended-properties" Target="/docProps/app.xml" Id="R958d1af98e744102" /><Relationship Type="http://schemas.openxmlformats.org/officeDocument/2006/relationships/officeDocument" Target="/ppt/presentation.xml" Id="R1a41cb0911d641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6874db9fcc4e34"/>
  </p:sldMasterIdLst>
  <p:notesMasterIdLst>
    <p:notesMasterId xmlns:r="http://schemas.openxmlformats.org/officeDocument/2006/relationships" r:id="R126608bc88004ee1"/>
  </p:notesMasterIdLst>
  <p:sldIdLst>
    <p:sldId xmlns:r="http://schemas.openxmlformats.org/officeDocument/2006/relationships" id="256" r:id="R8db7ac4dbff8468b"/>
    <p:sldId xmlns:r="http://schemas.openxmlformats.org/officeDocument/2006/relationships" id="257" r:id="R2eefcaa0a1a24cf9"/>
    <p:sldId xmlns:r="http://schemas.openxmlformats.org/officeDocument/2006/relationships" id="258" r:id="R3202e35943d04927"/>
    <p:sldId xmlns:r="http://schemas.openxmlformats.org/officeDocument/2006/relationships" id="259" r:id="Rfae81f00fa894c0d"/>
    <p:sldId xmlns:r="http://schemas.openxmlformats.org/officeDocument/2006/relationships" id="260" r:id="R4df1a434d44a4717"/>
    <p:sldId xmlns:r="http://schemas.openxmlformats.org/officeDocument/2006/relationships" id="261" r:id="R9939e111e144433c"/>
    <p:sldId xmlns:r="http://schemas.openxmlformats.org/officeDocument/2006/relationships" id="262" r:id="R234e2ad1c4784150"/>
    <p:sldId xmlns:r="http://schemas.openxmlformats.org/officeDocument/2006/relationships" id="263" r:id="R76ce76ebf348415c"/>
    <p:sldId xmlns:r="http://schemas.openxmlformats.org/officeDocument/2006/relationships" id="264" r:id="Rfd21262f54c14c66"/>
    <p:sldId xmlns:r="http://schemas.openxmlformats.org/officeDocument/2006/relationships" id="265" r:id="Rbde8f57cdb904e24"/>
    <p:sldId xmlns:r="http://schemas.openxmlformats.org/officeDocument/2006/relationships" id="266" r:id="Rfa4cc19dce24498b"/>
    <p:sldId xmlns:r="http://schemas.openxmlformats.org/officeDocument/2006/relationships" id="267" r:id="R78d23e8a063544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168b0e3d9d4c94" /><Relationship Type="http://schemas.openxmlformats.org/officeDocument/2006/relationships/slideMaster" Target="/ppt/slideMasters/slideMaster1.xml" Id="Rd26874db9fcc4e34" /><Relationship Type="http://schemas.openxmlformats.org/officeDocument/2006/relationships/notesMaster" Target="/ppt/notesMasters/notesMaster1.xml" Id="R126608bc88004ee1" /><Relationship Type="http://schemas.openxmlformats.org/officeDocument/2006/relationships/presProps" Target="/ppt/presProps.xml" Id="Racdfeee5a3824e9e" /><Relationship Type="http://schemas.openxmlformats.org/officeDocument/2006/relationships/tableStyles" Target="/ppt/tableStyles.xml" Id="R727790f1ef5d4e98" /><Relationship Type="http://schemas.openxmlformats.org/officeDocument/2006/relationships/slide" Target="/ppt/slides/slide1.xml" Id="R8db7ac4dbff8468b" /><Relationship Type="http://schemas.openxmlformats.org/officeDocument/2006/relationships/slide" Target="/ppt/slides/slide2.xml" Id="R2eefcaa0a1a24cf9" /><Relationship Type="http://schemas.openxmlformats.org/officeDocument/2006/relationships/slide" Target="/ppt/slides/slide3.xml" Id="R3202e35943d04927" /><Relationship Type="http://schemas.openxmlformats.org/officeDocument/2006/relationships/slide" Target="/ppt/slides/slide4.xml" Id="Rfae81f00fa894c0d" /><Relationship Type="http://schemas.openxmlformats.org/officeDocument/2006/relationships/slide" Target="/ppt/slides/slide5.xml" Id="R4df1a434d44a4717" /><Relationship Type="http://schemas.openxmlformats.org/officeDocument/2006/relationships/slide" Target="/ppt/slides/slide6.xml" Id="R9939e111e144433c" /><Relationship Type="http://schemas.openxmlformats.org/officeDocument/2006/relationships/slide" Target="/ppt/slides/slide7.xml" Id="R234e2ad1c4784150" /><Relationship Type="http://schemas.openxmlformats.org/officeDocument/2006/relationships/slide" Target="/ppt/slides/slide8.xml" Id="R76ce76ebf348415c" /><Relationship Type="http://schemas.openxmlformats.org/officeDocument/2006/relationships/slide" Target="/ppt/slides/slide9.xml" Id="Rfd21262f54c14c66" /><Relationship Type="http://schemas.openxmlformats.org/officeDocument/2006/relationships/slide" Target="/ppt/slides/slide10.xml" Id="Rbde8f57cdb904e24" /><Relationship Type="http://schemas.openxmlformats.org/officeDocument/2006/relationships/slide" Target="/ppt/slides/slide11.xml" Id="Rfa4cc19dce24498b" /><Relationship Type="http://schemas.openxmlformats.org/officeDocument/2006/relationships/slide" Target="/ppt/slides/slide12.xml" Id="R78d23e8a063544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b24b041f8d4f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982f7704bd41eb" /><Relationship Type="http://schemas.openxmlformats.org/officeDocument/2006/relationships/notesMaster" Target="/ppt/notesMasters/notesMaster1.xml" Id="Rf9638e8e45cf45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eb39301a334c30" /><Relationship Type="http://schemas.openxmlformats.org/officeDocument/2006/relationships/notesMaster" Target="/ppt/notesMasters/notesMaster1.xml" Id="R084e19175f684c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1d6aa2039b41ff" /><Relationship Type="http://schemas.openxmlformats.org/officeDocument/2006/relationships/notesMaster" Target="/ppt/notesMasters/notesMaster1.xml" Id="R0c6eb9a6826e4b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29767e8f5e4c3d" /><Relationship Type="http://schemas.openxmlformats.org/officeDocument/2006/relationships/notesMaster" Target="/ppt/notesMasters/notesMaster1.xml" Id="Rdea611931e854c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06bfee074f4262" /><Relationship Type="http://schemas.openxmlformats.org/officeDocument/2006/relationships/notesMaster" Target="/ppt/notesMasters/notesMaster1.xml" Id="R88f9643f39134b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41ba0d52354dd8" /><Relationship Type="http://schemas.openxmlformats.org/officeDocument/2006/relationships/notesMaster" Target="/ppt/notesMasters/notesMaster1.xml" Id="Rb01c63f3318d41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e6d085c4564eae" /><Relationship Type="http://schemas.openxmlformats.org/officeDocument/2006/relationships/notesMaster" Target="/ppt/notesMasters/notesMaster1.xml" Id="R20a6867363a243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dbe5d2c8c24573" /><Relationship Type="http://schemas.openxmlformats.org/officeDocument/2006/relationships/notesMaster" Target="/ppt/notesMasters/notesMaster1.xml" Id="R66947bd08cd240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2847f5d4d04913" /><Relationship Type="http://schemas.openxmlformats.org/officeDocument/2006/relationships/notesMaster" Target="/ppt/notesMasters/notesMaster1.xml" Id="R9d91c9b4f4c444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0af94453df4396" /><Relationship Type="http://schemas.openxmlformats.org/officeDocument/2006/relationships/notesMaster" Target="/ppt/notesMasters/notesMaster1.xml" Id="Rb7d7419e8ce14a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3ed1d799084e7f" /><Relationship Type="http://schemas.openxmlformats.org/officeDocument/2006/relationships/notesMaster" Target="/ppt/notesMasters/notesMaster1.xml" Id="R9aefa9e01e834b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ce05ad48fa4e79" /><Relationship Type="http://schemas.openxmlformats.org/officeDocument/2006/relationships/notesMaster" Target="/ppt/notesMasters/notesMaster1.xml" Id="Reb157af2bb894e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hanya pada aplikasi buatan sendiri: Prism, Folio/PatchMe, Afterlight/Vapor. Tujuan: memahami batas kepercayaan dan bukti bypass, bukan aktivasi resmi.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Urutan demo: konfigurasi trial, penggantian server, patch executable, lalu penggantian SDK. Jangan menyebut aktivasi resmi sebagai crack.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pengguna #9 menunjukkan editor dan badge Free trial, bukan bukti trial sudah diperpanjang. Sumber: Prism/Desktop/MainWindow.Licensing.cs dan Models/EditorDocument.cs. Editing perlu izin; view, save, export tetap tersedia.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Prism/Desktop/Licensing/TrialStore.cs. %LOCALAPPDATA%/Prism/Config/trial.json. Tanpa aktivasi tersimpan, expiresAtUtc dibaca setiap pemeriksaan; tanggal masa depan membuka editing. Menghapus file membuat trial 14 hari baru. Screenshot #8 adalah konfigurasi yang diberikan, bukan bukti hasil perubahan. Tampilkan perubahan tanggal dan editing saat live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Prism/Desktop/Licensing/LicenseClient.cs dan server/local_demo_server.py. Edit %LOCALAPPDATA%/Prism/Config/licensing.json: serverUrl=http://127.0.0.1:47831, restart Prism, jalankan demo server dan aktivasi key nonempty. VPS strict menolak invalid key; demo mengganti otoritas yang dipercaya client, bukan meretas VPS. Respons tidak ditandatangani.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pengguna #4 aplikasi Folio; #5 output HTML gratis. HTML bukan bukti premium berhasil dibypass. Gate can_export_pro hanya melindungi Word-compatible RTF. Sumber: PatchMe/src/patchme.c.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pengguna #7: IDA Patch Bytes. Build yang diverifikasi: VA 0x140001B80, file offset 0xF80, byte asli 75 16. Offset berubah antarbuild. Patch dilakukan pada salinan executable; restart salinan setelah menyimpan patch. Sumber: PatchMe/ORGANIZER.md, scripts/verify.py.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pengguna #6 menjelaskan inverse branch. 75→74 mengizinkan FREE tetapi menolak PRO; 75→EB selalu mengambil jalur allow. Badge FREE tidak berubah karena bukan enforcement. Verifier saat reanalisis lolos original/inverted gate dan converter/file I/O. Screenshot output yang diberikan adalah HTML, sehingga tidak dipresentasikan sebagai bukti RTF; tunjukkan ekspor RTF langsung di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pengguna #1: launcher dan trial ended. Ini keadaan protected. Presenter grant owned atau simulated checkout adalah aktivasi resmi, bukan bypass. Sumber: Afterlight/Demo/Presenter 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pengguna #2: Vapor.Emulator/VaporAPI.cs. Replacement mengembalikan session Ok, License owned, MaxValue expiry; TicketStillValid hanya memeriksa Ok dan Ticket. RestartAppIfNecessary false. Presenter tool memverifikasi hash, membackup SDK dan mengganti App/Vaporworks.dll. Afterlight.dll tetap sama. Tidak memalsukan signature ECDSA.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pengguna #3 gameplay. Lakukan live before/after untuk membuktikan hubungan dengan replacement. Catatan Afterlight/Verification/sdk-replacement-checks.txt: game assembly unchanged, launch tanpa context, bertahan melewati renewal 20 detik, restore byte-exact. Tutup game dan Vapor sebelum Apply atau Restore.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Kesimpulan berlaku pada tiga aplikasi demo yang ditulis untuk exhibition. Jangan klaim semua software atau Steam memakai implementasi identik. Signatures protect authenticity only if the verification path is executed.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0283a015154f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8e8d2a8ec54fcf" /><Relationship Type="http://schemas.openxmlformats.org/officeDocument/2006/relationships/slideLayout" Target="/ppt/slideLayouts/slideLayout1.xml" Id="Rcb79088f44684f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79088f44684f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0baedc3b6479b" /><Relationship Type="http://schemas.openxmlformats.org/officeDocument/2006/relationships/notesSlide" Target="/ppt/notesSlides/notesSlide1.xml" Id="R8bf3862132274e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1781c6b6b4909" /><Relationship Type="http://schemas.openxmlformats.org/officeDocument/2006/relationships/notesSlide" Target="/ppt/notesSlides/notesSlide2.xml" Id="Rcb3b06180c6b47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49390274b41d7" /><Relationship Type="http://schemas.openxmlformats.org/officeDocument/2006/relationships/image" Target="/ppt/media/image.png" Id="Rbf6816f882464e08" /><Relationship Type="http://schemas.openxmlformats.org/officeDocument/2006/relationships/notesSlide" Target="/ppt/notesSlides/notesSlide3.xml" Id="Rf54aa29978a848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7525e9ed64690" /><Relationship Type="http://schemas.openxmlformats.org/officeDocument/2006/relationships/image" Target="/ppt/media/image2.png" Id="R2263ba864a754f81" /><Relationship Type="http://schemas.openxmlformats.org/officeDocument/2006/relationships/notesSlide" Target="/ppt/notesSlides/notesSlide4.xml" Id="Rf06dcd2dbba649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c1d2c44814982" /><Relationship Type="http://schemas.openxmlformats.org/officeDocument/2006/relationships/image" Target="/ppt/media/image3.png" Id="R2a0d1d7e6f194ba6" /><Relationship Type="http://schemas.openxmlformats.org/officeDocument/2006/relationships/notesSlide" Target="/ppt/notesSlides/notesSlide5.xml" Id="R98db907db8da48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5d76fa01a43fd" /><Relationship Type="http://schemas.openxmlformats.org/officeDocument/2006/relationships/image" Target="/ppt/media/image4.png" Id="R2cb3f82510d24bae" /><Relationship Type="http://schemas.openxmlformats.org/officeDocument/2006/relationships/image" Target="/ppt/media/image5.png" Id="R88680af09a864c5f" /><Relationship Type="http://schemas.openxmlformats.org/officeDocument/2006/relationships/notesSlide" Target="/ppt/notesSlides/notesSlide6.xml" Id="Rbfba21d14fc843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3f8fd770343e5" /><Relationship Type="http://schemas.openxmlformats.org/officeDocument/2006/relationships/image" Target="/ppt/media/image6.png" Id="R6a51957c591a4767" /><Relationship Type="http://schemas.openxmlformats.org/officeDocument/2006/relationships/notesSlide" Target="/ppt/notesSlides/notesSlide7.xml" Id="R9bb515e671c948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1a49450064ce7" /><Relationship Type="http://schemas.openxmlformats.org/officeDocument/2006/relationships/image" Target="/ppt/media/image7.png" Id="R979d2d5b667f47b3" /><Relationship Type="http://schemas.openxmlformats.org/officeDocument/2006/relationships/notesSlide" Target="/ppt/notesSlides/notesSlide8.xml" Id="R981c9b0584c64e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045db8abe440b" /><Relationship Type="http://schemas.openxmlformats.org/officeDocument/2006/relationships/image" Target="/ppt/media/image8.png" Id="R38a5df6ebc64469b" /><Relationship Type="http://schemas.openxmlformats.org/officeDocument/2006/relationships/notesSlide" Target="/ppt/notesSlides/notesSlide9.xml" Id="Ra6640cc45e3440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77d6b303b429e" /><Relationship Type="http://schemas.openxmlformats.org/officeDocument/2006/relationships/image" Target="/ppt/media/image9.png" Id="R30ccb5cfe26b44d1" /><Relationship Type="http://schemas.openxmlformats.org/officeDocument/2006/relationships/notesSlide" Target="/ppt/notesSlides/notesSlide10.xml" Id="R2207d13dc3d94a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15bd2015343a4" /><Relationship Type="http://schemas.openxmlformats.org/officeDocument/2006/relationships/image" Target="/ppt/media/image10.png" Id="Rd9078ae8ef2441cc" /><Relationship Type="http://schemas.openxmlformats.org/officeDocument/2006/relationships/notesSlide" Target="/ppt/notesSlides/notesSlide11.xml" Id="Rf0fd9c7d016b4b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1b854f8da4635" /><Relationship Type="http://schemas.openxmlformats.org/officeDocument/2006/relationships/notesSlide" Target="/ppt/notesSlides/notesSlide12.xml" Id="Rfb8ce6dca94c43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530B8-1393-4028-A521-4BEE1B3A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CIPHER ’26  /  SOFTWARE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5F995-1FFD-43BF-8F24-9C208D04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App Cracking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21639-7767-4C96-8CC4-9CB361B1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0372E-C2C2-4950-B3B7-938DCDEE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Bagaimana pemeriksaan lisensi</a:t>
            </a:r>
          </a:p>
          <a:p xmlns:a="http://schemas.openxmlformats.org/drawingml/2006/main">
            <a:pPr>
              <a:defRPr sz="40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bisa dilewati?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A222C-4978-4ED3-A228-69B819BA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6E60"/>
                </a:solidFill>
                <a:latin typeface="Arial"/>
                <a:ea typeface="Arial"/>
                <a:cs typeface="Arial"/>
              </a:rPr>
              <a:t>4 metode · 3 aplikasi buatan sendiri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0C228-D899-4C72-8342-90D3EA5B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Prism  /  Folio  /  Afterlight</a:t>
            </a:r>
          </a:p>
        </p:txBody>
      </p:sp>
    </p:spTree>
    <p:extLst>
      <p:ext uri="{BB962C8B-B14F-4D97-AF65-F5344CB8AC3E}">
        <p14:creationId xmlns:p14="http://schemas.microsoft.com/office/powerpoint/2010/main" val="817131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5322E-52F2-418E-A525-DFDD567D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PETA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4C434-5FAB-440E-91A4-BD996151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Empat titik yang bisa diubah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6085C-F92E-4473-8B4A-C2EAA1EB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7260E-E2C9-4AFD-B004-EB139678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86E6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8659F-1B5A-4036-AFBC-D8CC79FB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5740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Tanggal 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72F92-00C2-4E5F-9BFC-920DAD46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050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Prism · edit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D5CDB-CFAA-4C11-B5DA-D47D8DA5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384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86E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95932-5F5C-468F-9922-B338AE35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38475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Jawaban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6EB5C-5DA2-481B-B171-3E0F560D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Prism · localhost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8CECE-D461-4E00-88AF-22EF9451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86E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22AED-87D4-43A2-8FF2-BB7D15C3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195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Keputusan program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A157E-11E2-487B-977F-2022E023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671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Folio · patch satu byte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9A19B-6FA7-49DE-81A1-7A1B6B89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0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86E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B882D-FE0A-4800-905F-E3466FA1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00625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Komponen pemeriksa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0BC01-B44A-436F-A870-38A04FC6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482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Afterlight · ganti SDK</a:t>
            </a:r>
          </a:p>
        </p:txBody>
      </p:sp>
    </p:spTree>
    <p:extLst>
      <p:ext uri="{BB962C8B-B14F-4D97-AF65-F5344CB8AC3E}">
        <p14:creationId xmlns:p14="http://schemas.microsoft.com/office/powerpoint/2010/main" val="596187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394D3-A798-47C9-9D27-57C26E5D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PRISM  /  SEBELUM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B0EDE-BDA3-4D23-943E-E597C507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Prism: akses editing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24E53-E983-4520-B121-89664CE4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816f882464e08"/>
          <a:stretch xmlns:a="http://schemas.openxmlformats.org/drawingml/2006/main"/>
        </p:blipFill>
        <p:spPr>
          <a:xfrm xmlns:a="http://schemas.openxmlformats.org/drawingml/2006/main">
            <a:off x="2378097" y="1714500"/>
            <a:ext cx="7435806" cy="3962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8BF72-C5E8-4B78-99DE-8A5FC6DC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Trial aktif membuka editing. Dokumen tetap bisa disimpan saat izin berakhir.</a:t>
            </a:r>
          </a:p>
        </p:txBody>
      </p:sp>
    </p:spTree>
    <p:extLst>
      <p:ext uri="{BB962C8B-B14F-4D97-AF65-F5344CB8AC3E}">
        <p14:creationId xmlns:p14="http://schemas.microsoft.com/office/powerpoint/2010/main" val="358025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7123C-449B-4ADA-A882-4D7A6CE1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PRISM  /  CONFIG TAMPERING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6DD11-5E85-4491-9FDA-BDFB69CF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01  Ubah tanggal trial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62ED9-A587-46D0-A452-0D560E16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3ba864a754f81"/>
          <a:stretch xmlns:a="http://schemas.openxmlformats.org/drawingml/2006/main"/>
        </p:blipFill>
        <p:spPr>
          <a:xfrm xmlns:a="http://schemas.openxmlformats.org/drawingml/2006/main">
            <a:off x="838200" y="2059097"/>
            <a:ext cx="10515600" cy="224450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9030C-2B4B-4401-905D-60BCCD23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expiresAtUtc → tanggal masa depan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3CCBC-B230-41D5-96F7-F94AA9F4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Celah: tanggal lokal dipercaya tanpa tanda tangan.</a:t>
            </a:r>
          </a:p>
        </p:txBody>
      </p:sp>
    </p:spTree>
    <p:extLst>
      <p:ext uri="{BB962C8B-B14F-4D97-AF65-F5344CB8AC3E}">
        <p14:creationId xmlns:p14="http://schemas.microsoft.com/office/powerpoint/2010/main" val="175613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4675C-4C53-4BE3-B59F-A2D234DB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PRISM  /  SERVER EMULATION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5719B-8470-4A56-A064-75272C68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02  Ganti server lisensi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EC099-9FCC-4798-9F34-04B8EFE1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d1d7e6f194ba6"/>
          <a:stretch xmlns:a="http://schemas.openxmlformats.org/drawingml/2006/main"/>
        </p:blipFill>
        <p:spPr>
          <a:xfrm xmlns:a="http://schemas.openxmlformats.org/drawingml/2006/main">
            <a:off x="685800" y="1875044"/>
            <a:ext cx="7762875" cy="369846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61C31-BFBB-4128-8ABB-117CEFBA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1621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localhost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932E7-6E84-473B-836A-8157BE8B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241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valid: 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C12EB-4014-4B4D-9853-86FDC5FA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781425"/>
            <a:ext cx="2714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Client menerima</a:t>
            </a:r>
          </a:p>
          <a:p xmlns:a="http://schemas.openxmlformats.org/drawingml/2006/main">
            <a:pPr>
              <a:defRPr sz="20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izin dari server</a:t>
            </a:r>
          </a:p>
          <a:p xmlns:a="http://schemas.openxmlformats.org/drawingml/2006/main">
            <a:pPr>
              <a:defRPr sz="20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pengganti.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53C56-8032-4B3E-BEE7-93ECFE59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VPS menolak key invalid. Server demo lokal menerima key apa pun yang tidak kosong.</a:t>
            </a:r>
          </a:p>
        </p:txBody>
      </p:sp>
    </p:spTree>
    <p:extLst>
      <p:ext uri="{BB962C8B-B14F-4D97-AF65-F5344CB8AC3E}">
        <p14:creationId xmlns:p14="http://schemas.microsoft.com/office/powerpoint/2010/main" val="151415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EAE44-C0C7-41C2-9C9B-B88566DA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FOLIO  /  FITUR PREMIUM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7E97D-8ACB-4B1D-A2E0-A7973CBA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Folio: HTML gratis, RTF terkunci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909B4-8D55-4F02-B94E-AD9EC51E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3f82510d24bae"/>
          <a:stretch xmlns:a="http://schemas.openxmlformats.org/drawingml/2006/main"/>
        </p:blipFill>
        <p:spPr>
          <a:xfrm xmlns:a="http://schemas.openxmlformats.org/drawingml/2006/main">
            <a:off x="1161314" y="1819275"/>
            <a:ext cx="5211647" cy="39433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80af09a864c5f"/>
          <a:stretch xmlns:a="http://schemas.openxmlformats.org/drawingml/2006/main"/>
        </p:blipFill>
        <p:spPr>
          <a:xfrm xmlns:a="http://schemas.openxmlformats.org/drawingml/2006/main">
            <a:off x="7734300" y="1820763"/>
            <a:ext cx="3524250" cy="385464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25611-A876-48F5-9453-C7ADAF6B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Target bypass: ekspor Word (.rtf). HTML memang tersedia tanpa lisensi.</a:t>
            </a:r>
          </a:p>
        </p:txBody>
      </p:sp>
    </p:spTree>
    <p:extLst>
      <p:ext uri="{BB962C8B-B14F-4D97-AF65-F5344CB8AC3E}">
        <p14:creationId xmlns:p14="http://schemas.microsoft.com/office/powerpoint/2010/main" val="712146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24B5D-3AEA-4E91-927A-43999FFD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FOLIO  /  BINARY PATCHING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27C7E-6697-4094-A670-83CBB6A8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03  Patch satu byte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2BBA9-E1F4-4CC3-AC71-980AD8D1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1957c591a4767"/>
          <a:stretch xmlns:a="http://schemas.openxmlformats.org/drawingml/2006/main"/>
        </p:blipFill>
        <p:spPr>
          <a:xfrm xmlns:a="http://schemas.openxmlformats.org/drawingml/2006/main">
            <a:off x="714375" y="1810053"/>
            <a:ext cx="7953375" cy="39617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E85AB-C01C-4131-9BA6-50FE2D71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00300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75 → 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6DCBA-61F6-4F7E-AD29-2CEEFDCE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909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JNE → 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B793A-2335-4C5F-83E7-045B620C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2910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Kondisi izin</a:t>
            </a:r>
          </a:p>
          <a:p xmlns:a="http://schemas.openxmlformats.org/drawingml/2006/main">
            <a:pPr>
              <a:defRPr sz="20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dibalik.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AED9B-7C36-4E36-A242-C6C8A731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Satu perubahan instruksi mengubah jalur ekspor.</a:t>
            </a:r>
          </a:p>
        </p:txBody>
      </p:sp>
    </p:spTree>
    <p:extLst>
      <p:ext uri="{BB962C8B-B14F-4D97-AF65-F5344CB8AC3E}">
        <p14:creationId xmlns:p14="http://schemas.microsoft.com/office/powerpoint/2010/main" val="10886686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BE912-4CEF-4669-99A1-F23D8B29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FOLIO  /  HASIL YANG DICEK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7BA00-3C9B-4F22-B12F-AA696893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Buktinya: file RTF berhasil diekspor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B5CE7-85F7-4663-81AF-63DD5F93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d2d5b667f47b3"/>
          <a:stretch xmlns:a="http://schemas.openxmlformats.org/drawingml/2006/main"/>
        </p:blipFill>
        <p:spPr>
          <a:xfrm xmlns:a="http://schemas.openxmlformats.org/drawingml/2006/main">
            <a:off x="784567" y="1838325"/>
            <a:ext cx="6841440" cy="4048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A50B2-E2F4-4E96-89A7-DDDAA360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43150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FREE → boleh RTF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1B058-DAC4-49CB-BEEB-ECCEA0A0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21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PRO → ditolak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9F79D-0B93-4394-941A-CACD2D2C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67200"/>
            <a:ext cx="321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Efek patch 75 → 74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F95D6-0D81-4852-9588-D909DB35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Badge FREE boleh tetap sama. Uji hasil ekspor, bukan hanya tampilan.</a:t>
            </a:r>
          </a:p>
        </p:txBody>
      </p:sp>
    </p:spTree>
    <p:extLst>
      <p:ext uri="{BB962C8B-B14F-4D97-AF65-F5344CB8AC3E}">
        <p14:creationId xmlns:p14="http://schemas.microsoft.com/office/powerpoint/2010/main" val="13529304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4C298-E6F8-4D76-A543-45756A99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AFTERLIGHT  /  SEBELUM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1FCDD-7856-48DD-9E89-EB737EC5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Afterlight: trial menghalangi bermain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1B832-66E1-4727-B3B4-8167D5EE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5df6ebc64469b"/>
          <a:stretch xmlns:a="http://schemas.openxmlformats.org/drawingml/2006/main"/>
        </p:blipFill>
        <p:spPr>
          <a:xfrm xmlns:a="http://schemas.openxmlformats.org/drawingml/2006/main">
            <a:off x="2040301" y="1714500"/>
            <a:ext cx="8111398" cy="40671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A0E46-2CB9-4B33-9341-F9D657E2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Game meminta izin melalui Vaporworks.dll.</a:t>
            </a:r>
          </a:p>
        </p:txBody>
      </p:sp>
    </p:spTree>
    <p:extLst>
      <p:ext uri="{BB962C8B-B14F-4D97-AF65-F5344CB8AC3E}">
        <p14:creationId xmlns:p14="http://schemas.microsoft.com/office/powerpoint/2010/main" val="15631748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037B9-6E79-4BB0-A59E-063BB12B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AFTERLIGHT  /  SDK REPLACEMENT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C2625-1D61-471D-BC7F-133F6C7E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04  Ganti komponen pemeriksa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39A61-D86E-4FF4-9F39-4FA2F6D5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cb5cfe26b44d1"/>
          <a:stretch xmlns:a="http://schemas.openxmlformats.org/drawingml/2006/main"/>
        </p:blipFill>
        <p:spPr>
          <a:xfrm xmlns:a="http://schemas.openxmlformats.org/drawingml/2006/main">
            <a:off x="1203268" y="1762125"/>
            <a:ext cx="6642213" cy="40100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F2237-E73E-47CF-BE9F-CBF81EC6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Vaporworks.dll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AC781-B6B9-4292-B1BF-5FBC44D3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24225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Selalu memberi</a:t>
            </a:r>
          </a:p>
          <a:p xmlns:a="http://schemas.openxmlformats.org/drawingml/2006/main">
            <a:pPr>
              <a:defRPr sz="240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status owned.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B6330-64A0-4931-89FD-D34F6250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Yang diganti adalah verifier. Tidak ada signature baru yang dipalsukan.</a:t>
            </a:r>
          </a:p>
        </p:txBody>
      </p:sp>
    </p:spTree>
    <p:extLst>
      <p:ext uri="{BB962C8B-B14F-4D97-AF65-F5344CB8AC3E}">
        <p14:creationId xmlns:p14="http://schemas.microsoft.com/office/powerpoint/2010/main" val="763724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C1686-E0A3-4AD8-9436-5FB41F0D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AFTERLIGHT  /  SETELAH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282B6-311B-472B-BDBE-1A0E1E58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Game berjalan dengan SDK pengganti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1B3D2-E007-44E3-BDAB-667EE048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8ae8ef2441cc"/>
          <a:stretch xmlns:a="http://schemas.openxmlformats.org/drawingml/2006/main"/>
        </p:blipFill>
        <p:spPr>
          <a:xfrm xmlns:a="http://schemas.openxmlformats.org/drawingml/2006/main">
            <a:off x="2397352" y="1714500"/>
            <a:ext cx="7397296" cy="4029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2BF68-8BFE-427B-A908-891CD53C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Executable game tetap sama. SDK dapat dikembalikan ke versi asli.</a:t>
            </a:r>
          </a:p>
        </p:txBody>
      </p:sp>
    </p:spTree>
    <p:extLst>
      <p:ext uri="{BB962C8B-B14F-4D97-AF65-F5344CB8AC3E}">
        <p14:creationId xmlns:p14="http://schemas.microsoft.com/office/powerpoint/2010/main" val="17139700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948B6-C570-444B-82DF-27D2838F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E60"/>
                </a:solidFill>
                <a:latin typeface="Arial"/>
                <a:ea typeface="Arial"/>
                <a:cs typeface="Arial"/>
              </a:rPr>
              <a:t>KESIMPULAN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B9B17-BAC9-432E-AEE8-E8B9D981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Yang dipercaya menentukan celahnya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4E2C9-617A-47D4-96BF-1CE3F37F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CCBF9-A497-49B0-8019-A2C53E4D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Tanggal lokal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FDA83-0E46-4969-9934-AC0A6A32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66925"/>
            <a:ext cx="520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6E60"/>
                </a:solidFill>
                <a:latin typeface="Arial"/>
                <a:ea typeface="Arial"/>
                <a:cs typeface="Arial"/>
              </a:rPr>
              <a:t>Trial dapat diperpanjang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7D651-6211-4731-B578-F712ACE7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05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Server pilihan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BCFB6-55B9-4900-B2C6-6DAF21C6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520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6E60"/>
                </a:solidFill>
                <a:latin typeface="Arial"/>
                <a:ea typeface="Arial"/>
                <a:cs typeface="Arial"/>
              </a:rPr>
              <a:t>Jawaban izin dapat diganti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33D88-EB8C-4E37-B47D-B28B6654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43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Cabang dalam executable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59084-3280-48D1-947A-69006DE7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43325"/>
            <a:ext cx="520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6E60"/>
                </a:solidFill>
                <a:latin typeface="Arial"/>
                <a:ea typeface="Arial"/>
                <a:cs typeface="Arial"/>
              </a:rPr>
              <a:t>Keputusan dapat dibalik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BF7E8-8BF6-4432-93A4-CFD411A6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815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232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2321"/>
                </a:solidFill>
                <a:latin typeface="Arial"/>
                <a:ea typeface="Arial"/>
                <a:cs typeface="Arial"/>
              </a:rPr>
              <a:t>SDK yang bisa diganti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D5EBE-D13A-4866-8C0B-04AD2ADC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81525"/>
            <a:ext cx="520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6E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6E60"/>
                </a:solidFill>
                <a:latin typeface="Arial"/>
                <a:ea typeface="Arial"/>
                <a:cs typeface="Arial"/>
              </a:rPr>
              <a:t>Verifier dapat dilewati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C02F0-D6DD-464C-AD64-2BE38FDF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0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5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560"/>
                </a:solidFill>
                <a:latin typeface="Arial"/>
                <a:ea typeface="Arial"/>
                <a:cs typeface="Arial"/>
              </a:rPr>
              <a:t>Kriptografi membantu selama pemeriksaannya tetap dijalankan.</a:t>
            </a:r>
          </a:p>
        </p:txBody>
      </p:sp>
    </p:spTree>
    <p:extLst>
      <p:ext uri="{BB962C8B-B14F-4D97-AF65-F5344CB8AC3E}">
        <p14:creationId xmlns:p14="http://schemas.microsoft.com/office/powerpoint/2010/main" val="399671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2026-09-09T05:22:07.1180000Z</dcterms:created>
  <dcterms:modified xsi:type="dcterms:W3CDTF">2026-09-09T05:22:07.1180000Z</dcterms:modified>
</coreProperties>
</file>